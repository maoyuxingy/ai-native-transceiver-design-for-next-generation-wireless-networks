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A, 0:00-0:10. Introduce both of us and the project in one sentence: using deep learning to redesign a wireless transceiver.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A, 0:10-0:40. The two objections lead to the two questions. Do not read the cards out; say them in your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A, 0:40-2:00. The heart of your section. Land 1.76 dB and say the sentence about understating our own noise - it sets up your skill at 3:20.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B, 2:00-2:30.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B, 2:30-3:00. The point is the vertical gap between the AWGN block and the Rayleigh block, not the differences inside either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B, 3:00-3:20. This is the result the project turns on. Say both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A, 3:20-4:20. Tell it as a story. The "Beyond LivSURF" panel is the half the marking scheme asks for, so do not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B, 4:20-5:20. Same shape as slide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and B, 5:20-6:00. A takes the left, B takes the right, then thank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965960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AI-Native Transceiver Design
for Next-Generation Wireless Networks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977639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Yuxing Mao  and  Haikun Xu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A9C3DC"/>
                </a:solidFill>
                <a:latin typeface="Calibri"/>
              </a:rPr>
              <a:t>Supervisor: Dr Huynh Nguyen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A9C3DC"/>
                </a:solidFill>
                <a:latin typeface="Calibri"/>
              </a:rPr>
              <a:t>LivSURF 436026  ·  School of Computer Science and Informatics</a:t>
            </a:r>
          </a:p>
        </p:txBody>
      </p:sp>
      <p:pic>
        <p:nvPicPr>
          <p:cNvPr id="5" name="Picture 4" descr="uol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2218904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The problem, and what we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>
                <a:solidFill>
                  <a:srgbClr val="1B1A18"/>
                </a:solidFill>
                <a:latin typeface="Calibri"/>
              </a:rPr>
              <a:t>A conventional transceiver design treats coding, modulation, channel estimation and detection as separate blocks.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>
                <a:solidFill>
                  <a:srgbClr val="1B1A18"/>
                </a:solidFill>
                <a:latin typeface="Calibri"/>
              </a:rPr>
              <a:t>Each block is optimal for its own task, but not for the system as a whole. Consequently, the end-to-end performance is limited.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>
                <a:solidFill>
                  <a:srgbClr val="1B1A18"/>
                </a:solidFill>
                <a:latin typeface="Calibri"/>
              </a:rPr>
              <a:t>Instead, the transmitter and receiver blocks can be replaced by deep neural networks, jointly optimised as an autoencoder.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3977639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4178808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Training needs a differentiable channel model. In practice the channel is a black box: only its inputs and outputs can be observed.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206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21808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Gains are usually shown on AWGN, where the classical receiver is already optimal.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4630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1F3B63"/>
                </a:solidFill>
                <a:latin typeface="Cambria"/>
              </a:rPr>
              <a:t>Research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148840"/>
            <a:ext cx="4069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How much is learning worth?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578608"/>
            <a:ext cx="4069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Measured against a classical receiver that is already doing its best.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74903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A8571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3794759"/>
            <a:ext cx="4069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Can the end-to-end system train with no channel model?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4590287"/>
            <a:ext cx="4069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The channel is sampled, never differentiated.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Making the comparison fair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B1A18"/>
                </a:solidFill>
                <a:latin typeface="Calibri"/>
              </a:rPr>
              <a:t>LDPC
encoder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51176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52928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ECEFF4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B63"/>
                </a:solidFill>
                <a:latin typeface="Calibri"/>
              </a:rPr>
              <a:t>Mapper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18304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0056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B1A18"/>
                </a:solidFill>
                <a:latin typeface="Calibri"/>
              </a:rPr>
              <a:t>Channel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885432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87184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ECEFF4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B63"/>
                </a:solidFill>
                <a:latin typeface="Calibri"/>
              </a:rPr>
              <a:t>Demapper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52560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54312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1B1A18"/>
                </a:solidFill>
                <a:latin typeface="Calibri"/>
              </a:rPr>
              <a:t>LDPC
decoder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432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7534B"/>
                </a:solidFill>
                <a:latin typeface="Calibri"/>
              </a:rPr>
              <a:t>Only the two shaded blocks differ. Same LDPC code, same channel, same random seeds, and both systems evaluated on the same terms.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56616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F3B63"/>
                </a:solidFill>
                <a:latin typeface="Cambria"/>
              </a:rPr>
              <a:t>Pilots are not free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1480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They occupy symbol slots, so the effective code rate falls to R(L-P)/L.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The channel estimate is imperfect, which adds noise: a factor of (1+1/P).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520440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A8571F"/>
                </a:solidFill>
                <a:latin typeface="Cambria"/>
              </a:rPr>
              <a:t>1.76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1960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what that factor is worth at two pilots. Before we added it, we were understating our own noise.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257800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1F3B63"/>
                </a:solidFill>
                <a:latin typeface="Cambria"/>
              </a:rPr>
              <a:t>64,000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593344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codewords per SNR point. Points with fewer than 30 block errors are dropped, not plotted.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On AWGN, learning wins, and the transmitter is why</a:t>
            </a:r>
          </a:p>
        </p:txBody>
      </p:sp>
      <p:pic>
        <p:nvPicPr>
          <p:cNvPr id="3" name="Picture 2" descr="awgn_ae_vs_qam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470" y="1508760"/>
            <a:ext cx="6794754" cy="297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8920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A posteriori probability (APP) demapping is already optimal here, so the receiver cannot be the source of the gain.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It comes from the transmitter. The learned constellation leaves the regular lattice and spends more power on the symbols that are most often confused.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5029200"/>
            <a:ext cx="3017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2E6F55"/>
                </a:solidFill>
                <a:latin typeface="Cambria"/>
              </a:rPr>
              <a:t>0.37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575564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gain over classical 64-QAM at BER 1e-2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Under fading, the gain disappears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6949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1e-2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1e-3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AWGN, classical 64-QAM + APP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6.17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6.54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AWGN, learned (channel gradient)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5.30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6.18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AWGN, learned (RL, no channel model)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5.92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6.31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Rayleigh, classical 64-QAM + APP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13.30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14.79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Rayleigh, learned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11.25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13.19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14.94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9834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7534B"/>
                </a:solidFill>
                <a:latin typeface="Calibri"/>
              </a:rPr>
              <a:t>Eb/N0 needed to reach a given bit error rate, in dB. Lower is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00200"/>
            <a:ext cx="3474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A8571F"/>
                </a:solidFill>
                <a:latin typeface="Cambria"/>
              </a:rPr>
              <a:t>5.9 to 8.8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1234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the cost of fading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063240"/>
            <a:ext cx="3474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under 0.4 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586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what changing the receiver is 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526280"/>
            <a:ext cx="3474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Under Rayleigh with estimated CSI there is a small gain at 1e-2 and 1e-3, of 0.01 and 0.11 dB, and a loss of 0.15 dB at 1e-4.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Training with no channel model at all</a:t>
            </a:r>
          </a:p>
        </p:txBody>
      </p:sp>
      <p:pic>
        <p:nvPicPr>
          <p:cNvPr id="3" name="Picture 2" descr="rl_vs_gradient_aw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046" y="1463040"/>
            <a:ext cx="7235603" cy="2880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709160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There is no channel layer connecting the two neural networks, because the channel is not differentiable.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We feed the training loss from the receiver back to the transmitter, which is then trained by reinforcement learning. The two networks are still jointly optimised, without a channel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617720"/>
            <a:ext cx="3931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A8571F"/>
                </a:solidFill>
                <a:latin typeface="Cambria"/>
              </a:rPr>
              <a:t>0.12 to 0.14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50647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what dropping the channel model costs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5623560"/>
            <a:ext cx="3931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2E6F55"/>
                </a:solidFill>
                <a:latin typeface="Cambria"/>
              </a:rPr>
              <a:t>0.23 to 0.25 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60706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still ahead of classical 64-QAM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Skill 1  ·  Research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A8571F"/>
                </a:solidFill>
                <a:latin typeface="Cambria"/>
              </a:rPr>
              <a:t>Checking the thing that would embarrass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What happened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24328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Our effective-noise model was missing the (1+1/P) term. Adding it made our own numbers worse.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It inverted our own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36008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Two pilots went from apparently best to measurably worst. We changed it anyway, and wrote a validation cell that tests the model against the simulator.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48840"/>
            <a:ext cx="4663440" cy="384048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4231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F3B63"/>
                </a:solidFill>
                <a:latin typeface="Cambria"/>
              </a:rPr>
              <a:t>Beyond LivSURF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017520"/>
            <a:ext cx="40233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In research and in industry you will get results that favour you.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What makes a result trustworthy is whether you were willing to test the thing that would embarrass you.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Directly useful for postgraduate study, and for any role that works with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Skill 2  ·  Problem solving under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2E6F55"/>
                </a:solidFill>
                <a:latin typeface="Cambria"/>
              </a:rPr>
              <a:t>Diagnose by intervention, not by argument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A curve that could not be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24328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Reused on a fading channel, the BER rose as the SNR rose. Our first explanation blamed deep fades.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We tested instead of arguing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36008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Weights held fixed, one thing changed at a time. Erasing deep fades made it worse. The real cause was the quiet tail: at 18 dB, 89% of symbols were quieter than anything seen in training.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48840"/>
            <a:ext cx="4663440" cy="384048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4231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F3B63"/>
                </a:solidFill>
                <a:latin typeface="Cambria"/>
              </a:rPr>
              <a:t>Beyond LivSURF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017520"/>
            <a:ext cx="40233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The first explanation for a bug is usually the most familiar one, not the right one.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Designing an experiment that can prove yourself wrong is faster than arguing about it.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That habit transfers to any engineering or analysis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What we take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52120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Under fading the measured gain is small, and at 1e-4 it goes the other way.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That looks like a disappointing result, until you notice the interesting finding was somewhere else entirely.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91640"/>
            <a:ext cx="5212080" cy="3200400"/>
          </a:xfrm>
          <a:prstGeom prst="roundRect">
            <a:avLst>
              <a:gd name="adj" fmla="val 6000"/>
            </a:avLst>
          </a:prstGeom>
          <a:solidFill>
            <a:srgbClr val="2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205740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 measurement that shows little is worth as much as one that shows a lot, provided it is clean enough to trust.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The end-to-end system can be trained with no channel model, and we can now say what that costs.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949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C3DC"/>
                </a:solidFill>
                <a:latin typeface="Calibri"/>
              </a:rPr>
              <a:t>Notebook, figures and measured data: github.com/MaoYuxingy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